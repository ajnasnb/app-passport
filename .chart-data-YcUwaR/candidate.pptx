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530ade4d49499e" /><Relationship Type="http://schemas.openxmlformats.org/officeDocument/2006/relationships/extended-properties" Target="/docProps/app.xml" Id="R7c940aae023a41f2" /><Relationship Type="http://schemas.openxmlformats.org/officeDocument/2006/relationships/officeDocument" Target="/ppt/presentation.xml" Id="Rab5d9efe95844d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45dd24d16144ac"/>
  </p:sldMasterIdLst>
  <p:notesMasterIdLst>
    <p:notesMasterId xmlns:r="http://schemas.openxmlformats.org/officeDocument/2006/relationships" r:id="R6b2e6164c7014f28"/>
  </p:notesMasterIdLst>
  <p:sldIdLst>
    <p:sldId xmlns:r="http://schemas.openxmlformats.org/officeDocument/2006/relationships" id="256" r:id="Ra7839cbf9e104121"/>
    <p:sldId xmlns:r="http://schemas.openxmlformats.org/officeDocument/2006/relationships" id="257" r:id="R73f167bda6b340ed"/>
    <p:sldId xmlns:r="http://schemas.openxmlformats.org/officeDocument/2006/relationships" id="258" r:id="Rfe5bdc183fb74a77"/>
    <p:sldId xmlns:r="http://schemas.openxmlformats.org/officeDocument/2006/relationships" id="259" r:id="R0f89e9eb2e7c41c4"/>
    <p:sldId xmlns:r="http://schemas.openxmlformats.org/officeDocument/2006/relationships" id="260" r:id="R08022b5674ed4198"/>
    <p:sldId xmlns:r="http://schemas.openxmlformats.org/officeDocument/2006/relationships" id="261" r:id="Re05a27dae0fe4d39"/>
    <p:sldId xmlns:r="http://schemas.openxmlformats.org/officeDocument/2006/relationships" id="262" r:id="R07ce4bfa9a6345de"/>
    <p:sldId xmlns:r="http://schemas.openxmlformats.org/officeDocument/2006/relationships" id="263" r:id="Ra27638a6a3bc4fb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c8f437306f4017" /><Relationship Type="http://schemas.openxmlformats.org/officeDocument/2006/relationships/slideMaster" Target="/ppt/slideMasters/slideMaster1.xml" Id="Re345dd24d16144ac" /><Relationship Type="http://schemas.openxmlformats.org/officeDocument/2006/relationships/notesMaster" Target="/ppt/notesMasters/notesMaster1.xml" Id="R6b2e6164c7014f28" /><Relationship Type="http://schemas.openxmlformats.org/officeDocument/2006/relationships/presProps" Target="/ppt/presProps.xml" Id="Ra2e6f15669e342fd" /><Relationship Type="http://schemas.openxmlformats.org/officeDocument/2006/relationships/tableStyles" Target="/ppt/tableStyles.xml" Id="R12a8d767afbb4bc8" /><Relationship Type="http://schemas.openxmlformats.org/officeDocument/2006/relationships/slide" Target="/ppt/slides/slide1.xml" Id="Ra7839cbf9e104121" /><Relationship Type="http://schemas.openxmlformats.org/officeDocument/2006/relationships/slide" Target="/ppt/slides/slide2.xml" Id="R73f167bda6b340ed" /><Relationship Type="http://schemas.openxmlformats.org/officeDocument/2006/relationships/slide" Target="/ppt/slides/slide3.xml" Id="Rfe5bdc183fb74a77" /><Relationship Type="http://schemas.openxmlformats.org/officeDocument/2006/relationships/slide" Target="/ppt/slides/slide4.xml" Id="R0f89e9eb2e7c41c4" /><Relationship Type="http://schemas.openxmlformats.org/officeDocument/2006/relationships/slide" Target="/ppt/slides/slide5.xml" Id="R08022b5674ed4198" /><Relationship Type="http://schemas.openxmlformats.org/officeDocument/2006/relationships/slide" Target="/ppt/slides/slide6.xml" Id="Re05a27dae0fe4d39" /><Relationship Type="http://schemas.openxmlformats.org/officeDocument/2006/relationships/slide" Target="/ppt/slides/slide7.xml" Id="R07ce4bfa9a6345de" /><Relationship Type="http://schemas.openxmlformats.org/officeDocument/2006/relationships/slide" Target="/ppt/slides/slide8.xml" Id="Ra27638a6a3bc4f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f35a2e1f4a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d2c2ffcd76473d" /><Relationship Type="http://schemas.openxmlformats.org/officeDocument/2006/relationships/notesMaster" Target="/ppt/notesMasters/notesMaster1.xml" Id="R440e2284811947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0be457c21f4040" /><Relationship Type="http://schemas.openxmlformats.org/officeDocument/2006/relationships/notesMaster" Target="/ppt/notesMasters/notesMaster1.xml" Id="R72c6b6d93f8741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5c4f5927ac4393" /><Relationship Type="http://schemas.openxmlformats.org/officeDocument/2006/relationships/notesMaster" Target="/ppt/notesMasters/notesMaster1.xml" Id="Rf541e2a42dd748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39cb51135343b8" /><Relationship Type="http://schemas.openxmlformats.org/officeDocument/2006/relationships/notesMaster" Target="/ppt/notesMasters/notesMaster1.xml" Id="Rb4d60b19f1304c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d35d8d3c3e4978" /><Relationship Type="http://schemas.openxmlformats.org/officeDocument/2006/relationships/notesMaster" Target="/ppt/notesMasters/notesMaster1.xml" Id="R2dea6916d35b48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43ab920d7c4631" /><Relationship Type="http://schemas.openxmlformats.org/officeDocument/2006/relationships/notesMaster" Target="/ppt/notesMasters/notesMaster1.xml" Id="R7f2e17f61b8a41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e5f5db1c0c4d7f" /><Relationship Type="http://schemas.openxmlformats.org/officeDocument/2006/relationships/notesMaster" Target="/ppt/notesMasters/notesMaster1.xml" Id="Re6c7e95c1fd643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04fc4b3be4440c" /><Relationship Type="http://schemas.openxmlformats.org/officeDocument/2006/relationships/notesMaster" Target="/ppt/notesMasters/notesMaster1.xml" Id="R6491f5a7a4c846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AI-generated conceptual artwork. This is an illustration, not a photograph or customer evidence. AI Passport combines new MIT graph/admission integration with a disclosed Apache-2.0 Qarinah baseline. Source: https://github.com/AjnasNB/app-passport/blob/main/PREEXISTING.md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conceptual data diagram matching the implemented node and edge contract. Source: https://github.com/AjnasNB/app-passport/blob/main/ARCHITECTURE.md. A signed identity establishes authorship and byte bindings, not truth or universal safety.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multilayer architecture. All inference first checks the current graph, actual public source digests, packet identity and live accepted context/runtime reviews. Deterministic tools run before hosted inference. Model output is validated; generated guards pass six cases. Full architecture: https://passport.ajnasnb.com/architecture.html and https://github.com/AjnasNB/app-passport/blob/main/ARCHITECTURE.md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AI-generated India learning illustration; no users or adoption are claimed. Actual products: India number tutor and UPI Safety Quest at https://passport.ajnasnb.com. Learning summary sources: https://www.npci.org.in/fraud-awareness and https://www.npci.org.in/what-we-do/upi/faqs. Exact arithmetic and game scoring are deterministic; AI explanations can be wrong.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Arkiv stores indexed entities, creator metadata and expiry; graph traversal is implemented by the SDK. It is not a native Cypher database. Different consumers can choose accepted reviewers over the same public evidence. A conventional database is sufficient for a single operator; Arkiv matters for independently readable shared authorship and current review/withdrawal state. Docs: https://docs.arkiv.network/json-rpc/querying-data/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public website screenshot from a real coding run. The hosted model generated a constrained guard; six deterministic boundary cases passed. Live evaluation receipt: https://passport.ajnasnb.com/data/ai-evaluation.json. No arbitrary generated JavaScript is executed. Hosted weights are not attested.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editable chart, units are JSON characters, measured from one actual successful coding run. Full Qarinah packet length and compact selected-memory length are recorded in https://passport.ajnasnb.com/data/ai-evaluation.json. This is a payload size comparison, not an exact token benchmark or proof of improved model accuracy. Values are literal snapshot evidence, not a formula workbook.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project-run results. Ten pinned artifacts and ten MCP controlled calls are disclosed in https://passport.ajnasnb.com/data/protocol-evaluation.json. Live AI suite: https://passport.ajnasnb.com/data/ai-evaluation.json. Signed graph counts: https://passport.ajnasnb.com/data/ai-chain-evidence.json. Source and licenses: https://github.com/AjnasNB/app-passport. All wallets are project-controlled demo roles. No universal security, independent reviewer organization, paid adoption, computation proof or perpetual availability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c32d0de9e41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a34494ac1f479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a8059c4f64b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a23853f1b47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f6dd94e2148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ff601b274c4f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8EC175-9D90-4850-87C9-9B7CEEFD7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BA1CC3-DE0E-4E7D-B407-87F692827E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1CDC7FC-9D43-49E1-90D8-A5FA810149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EC4066-D354-4A30-B4DD-28C034B85B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5CE161-70BD-4D74-9CA8-B335FFBC4F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4B20E1-9F0B-440D-927E-950AE758F8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BBC6F6-65A8-4EEF-8356-B28FD236AC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FF5CA0-A0A1-4E7C-9D0E-4D1ADCA82F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2368F5-C678-4914-9AA9-4045504A61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F45101-7668-446F-86ED-35812F47FE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b5c54bb2344348" /><Relationship Type="http://schemas.openxmlformats.org/officeDocument/2006/relationships/slideLayout" Target="/ppt/slideLayouts/slideLayout1.xml" Id="Rd5ffb268a92445b9" /><Relationship Type="http://schemas.openxmlformats.org/officeDocument/2006/relationships/slideLayout" Target="/ppt/slideLayouts/slideLayout2.xml" Id="R5c441971b9e24b2c" /><Relationship Type="http://schemas.openxmlformats.org/officeDocument/2006/relationships/slideLayout" Target="/ppt/slideLayouts/slideLayout3.xml" Id="Redcf4fda673442b3" /><Relationship Type="http://schemas.openxmlformats.org/officeDocument/2006/relationships/slideLayout" Target="/ppt/slideLayouts/slideLayout4.xml" Id="R0e5c3a6af0a24384" /><Relationship Type="http://schemas.openxmlformats.org/officeDocument/2006/relationships/slideLayout" Target="/ppt/slideLayouts/slideLayout5.xml" Id="R90c36cc436fa4c5a" /><Relationship Type="http://schemas.openxmlformats.org/officeDocument/2006/relationships/slideLayout" Target="/ppt/slideLayouts/slideLayout6.xml" Id="R4829e22b182043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ffb268a92445b9"/>
    <p:sldLayoutId xmlns:r="http://schemas.openxmlformats.org/officeDocument/2006/relationships" id="2147483650" r:id="R5c441971b9e24b2c"/>
    <p:sldLayoutId xmlns:r="http://schemas.openxmlformats.org/officeDocument/2006/relationships" id="2147483651" r:id="Redcf4fda673442b3"/>
    <p:sldLayoutId xmlns:r="http://schemas.openxmlformats.org/officeDocument/2006/relationships" id="2147483652" r:id="R0e5c3a6af0a24384"/>
    <p:sldLayoutId xmlns:r="http://schemas.openxmlformats.org/officeDocument/2006/relationships" id="2147483653" r:id="R90c36cc436fa4c5a"/>
    <p:sldLayoutId xmlns:r="http://schemas.openxmlformats.org/officeDocument/2006/relationships" id="2147483654" r:id="R4829e22b182043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9e3997668745ce" /><Relationship Type="http://schemas.openxmlformats.org/officeDocument/2006/relationships/image" Target="/ppt/media/image.png" Id="Ra2cdc3ae992a4210" /><Relationship Type="http://schemas.openxmlformats.org/officeDocument/2006/relationships/notesSlide" Target="/ppt/notesSlides/notesSlide1.xml" Id="R9b8c8af0891448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53b3ffefa844ad" /><Relationship Type="http://schemas.openxmlformats.org/officeDocument/2006/relationships/image" Target="/ppt/media/image2.png" Id="R07e27b2676844df8" /><Relationship Type="http://schemas.openxmlformats.org/officeDocument/2006/relationships/notesSlide" Target="/ppt/notesSlides/notesSlide2.xml" Id="R172f4593d67547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4ae35655c94b4c" /><Relationship Type="http://schemas.openxmlformats.org/officeDocument/2006/relationships/image" Target="/ppt/media/image3.png" Id="Rbd07c26078ba4076" /><Relationship Type="http://schemas.openxmlformats.org/officeDocument/2006/relationships/notesSlide" Target="/ppt/notesSlides/notesSlide3.xml" Id="R7cc3c3e91b1346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5a72689c0a4837" /><Relationship Type="http://schemas.openxmlformats.org/officeDocument/2006/relationships/image" Target="/ppt/media/image4.png" Id="Rd4dd37a370074049" /><Relationship Type="http://schemas.openxmlformats.org/officeDocument/2006/relationships/notesSlide" Target="/ppt/notesSlides/notesSlide4.xml" Id="Rfa8736d7cbf447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c3998c81a74c5f" /><Relationship Type="http://schemas.openxmlformats.org/officeDocument/2006/relationships/image" Target="/ppt/media/image5.png" Id="R54ad019c0bd2454d" /><Relationship Type="http://schemas.openxmlformats.org/officeDocument/2006/relationships/notesSlide" Target="/ppt/notesSlides/notesSlide5.xml" Id="Rf578049eb26943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f2e772a71b4296" /><Relationship Type="http://schemas.openxmlformats.org/officeDocument/2006/relationships/image" Target="/ppt/media/image6.png" Id="R38c46724a9614601" /><Relationship Type="http://schemas.openxmlformats.org/officeDocument/2006/relationships/image" Target="/ppt/media/image7.png" Id="R8f2eaf29e8c745eb" /><Relationship Type="http://schemas.openxmlformats.org/officeDocument/2006/relationships/notesSlide" Target="/ppt/notesSlides/notesSlide6.xml" Id="Rb3962f2cd5be4c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2008bc6c1c4f78" /><Relationship Type="http://schemas.openxmlformats.org/officeDocument/2006/relationships/chart" Target="/ppt/slides/charts/chart1.xml" Id="R82d9c64ccebd4597" /><Relationship Type="http://schemas.openxmlformats.org/officeDocument/2006/relationships/image" Target="/ppt/media/image8.png" Id="R5878b9ea955b4f3a" /><Relationship Type="http://schemas.openxmlformats.org/officeDocument/2006/relationships/notesSlide" Target="/ppt/notesSlides/notesSlide7.xml" Id="R62ff7750597548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3314edbecf4ebb" /><Relationship Type="http://schemas.openxmlformats.org/officeDocument/2006/relationships/image" Target="/ppt/media/image9.png" Id="R44ca6ed3b1004502" /><Relationship Type="http://schemas.openxmlformats.org/officeDocument/2006/relationships/notesSlide" Target="/ppt/notesSlides/notesSlide8.xml" Id="R67dfb75b9339410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50">
                <a:solidFill>
                  <a:srgbClr val="182825"/>
                </a:solidFill>
                <a:latin typeface="Arial"/>
                <a:ea typeface="Arial"/>
                <a:cs typeface="Arial"/>
              </a:rPr>
              <a:t>Memory payload (characters)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250">
              <a:solidFill>
                <a:srgbClr val="182825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Characters</c:v>
          </c:tx>
          <c:spPr>
            <a:solidFill xmlns:a="http://schemas.openxmlformats.org/drawingml/2006/main">
              <a:srgbClr val="225B4B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Full packet</c:v>
                </c:pt>
                <c:pt idx="1">
                  <c:v>Selected memory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10096</c:v>
                </c:pt>
                <c:pt idx="1">
                  <c:v>1371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18282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AD2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A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DC524-A31A-453D-A5C8-3143022C52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dc3ae992a4210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9FDCD-0504-4825-BE2D-2C8CC2D4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Passport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98D82-16C8-44A1-9218-FB162293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590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AI.</a:t>
            </a:r>
          </a:p>
          <a:p xmlns:a="http://schemas.openxmlformats.org/drawingml/2006/main">
            <a:pPr>
              <a:defRPr sz="4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Trace its inputs.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04C9B-E0D1-4B5C-A4E0-B6E04BEC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81750"/>
            <a:ext cx="552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DEE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DEEBD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EEBDF"/>
                </a:solidFill>
                <a:latin typeface="Arial"/>
                <a:ea typeface="Arial"/>
                <a:cs typeface="Arial"/>
              </a:rPr>
              <a:t>Qarinah  +  Arkiv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EFAF0-63CD-4810-9487-0B1A900A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EE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EEBD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EEBDF"/>
                </a:solidFill>
                <a:latin typeface="Arial"/>
                <a:ea typeface="Arial"/>
                <a:cs typeface="Arial"/>
              </a:rPr>
              <a:t>AI Passport  ·  Built by Ajnas NB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28192-1146-4BC8-A81D-5E49FF57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4869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EE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EEBD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EEBDF"/>
                </a:solidFill>
                <a:latin typeface="Arial"/>
                <a:ea typeface="Arial"/>
                <a:cs typeface="Arial"/>
              </a:rPr>
              <a:t>passport.ajnasnb.com</a:t>
            </a:r>
          </a:p>
        </p:txBody>
      </p:sp>
    </p:spTree>
    <p:extLst>
      <p:ext uri="{BB962C8B-B14F-4D97-AF65-F5344CB8AC3E}">
        <p14:creationId xmlns:p14="http://schemas.microsoft.com/office/powerpoint/2010/main" val="16118181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C4F66-C396-4B63-9F7F-2EE6B5888622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953625" y="5238750"/>
            <a:ext cx="0" cy="2381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B22BC-7713-4DA4-A2C2-1C7010D86797}"/>
              </a:ext>
            </a:extLst>
          </p:cNvPr>
          <p:cNvCxnSpPr>
            <a:stCxn xmlns:a="http://schemas.openxmlformats.org/drawingml/2006/main" id="3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3571875" y="2619375"/>
            <a:ext cx="95250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59F54-FBD2-4164-938E-D700F174F0A9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7096125" y="2905125"/>
            <a:ext cx="5953125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7EE3D-438E-4338-BFC8-67AD6C52647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7096125" y="4667250"/>
            <a:ext cx="1666875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1FBA3-666A-4E42-BDC7-CB7716FD79E6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096125" y="3381375"/>
            <a:ext cx="1666875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B3D41-63AE-438A-B390-3A759A3A8989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286125" y="4667250"/>
            <a:ext cx="123825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51EA0-22D7-460C-83EC-F67EA963CDAB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V="1">
            <a:off x="3286125" y="3381375"/>
            <a:ext cx="123825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D19EF-6485-47B6-B656-FE54ACA2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28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Connected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AE258-D41B-4EC0-AD99-A033E409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81498-93BE-4F00-A356-936E01C9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2571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50331-25CB-43E6-ADAC-AEB6A78D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15000"/>
            <a:ext cx="2571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FD07F-6AA2-4712-97FE-3A1B752C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8DB7C-ECCC-4CF6-8F4A-B5AB061E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381250"/>
            <a:ext cx="3333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Original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77819-22A2-40C1-B755-25F22087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2667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DA476-6EAB-4F12-8C02-57D37868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6200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D80D9-7F34-47DA-AD46-E8DB11B3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955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Exact bytes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05269-1827-4AFB-BA21-EA0DD792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91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Accepted authors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BA7CB-8E26-4F1D-851C-FC7C218F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2962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25B4B"/>
                </a:solidFill>
                <a:latin typeface="Arial"/>
                <a:ea typeface="Arial"/>
                <a:cs typeface="Arial"/>
              </a:rPr>
              <a:t>Traceable inputs, useful outputs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8F909-52A5-4193-9A63-2E333A44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AI Passport  ·  Built by Ajnas NB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EE2A4D-EF17-48A6-B888-176B23FB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4869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passport.ajnasnb.com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8CF831-EAE4-44AC-B3EF-162EAC6841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27b2676844df8"/>
          <a:stretch xmlns:a="http://schemas.openxmlformats.org/drawingml/2006/main"/>
        </p:blipFill>
        <p:spPr>
          <a:xfrm xmlns:a="http://schemas.openxmlformats.org/drawingml/2006/main">
            <a:off x="16287750" y="476250"/>
            <a:ext cx="1143000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608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A3CE9-F7DA-4D47-82C0-33CB33DC379A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4248150" y="664368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3AA06-8CF4-4029-9F92-1466E12C7022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486775" y="664368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6E39A4-8975-44CE-BBEE-F244B7E299F7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12725400" y="664368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E61D2-F833-4E7C-8D1B-F4B0E8E891A3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5297150" y="4095750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D84F1-2650-47F7-8CEE-923C1546827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2725400" y="350043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24DC4-E2ED-4BBE-8F83-63BFA33726EA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8486775" y="350043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77B1E-F5B1-4407-A582-4456A89732F5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248150" y="350043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AF0F3-7CCA-4C56-866E-4656A533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28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The execution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0B769-6298-4979-BC33-38D5815F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8EEE8-CB6B-43BD-979F-6912AFEB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90512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 Arkiv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D4437-A456-483D-8856-C1FFEBDF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0512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 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6F322-CEC7-48EC-A4A0-808BF6D5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290512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Admit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6FCF4-C865-45FE-B501-378536DE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604837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3D6558"/>
          </a:solidFill>
          <a:ln xmlns:a="http://schemas.openxmlformats.org/drawingml/2006/main" w="9525">
            <a:solidFill>
              <a:srgbClr val="3D655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scoped tool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84AAF-7A29-48D1-9649-0CA48077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4837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3D6558"/>
          </a:solidFill>
          <a:ln xmlns:a="http://schemas.openxmlformats.org/drawingml/2006/main" w="9525">
            <a:solidFill>
              <a:srgbClr val="3D655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FD996-9A8A-4191-BAF5-E9A450AA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604837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3D6558"/>
          </a:solidFill>
          <a:ln xmlns:a="http://schemas.openxmlformats.org/drawingml/2006/main" w="9525">
            <a:solidFill>
              <a:srgbClr val="3D655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real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221D9-3C44-40B3-9153-E662067D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4837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3D6558"/>
          </a:solidFill>
          <a:ln xmlns:a="http://schemas.openxmlformats.org/drawingml/2006/main" w="9525">
            <a:solidFill>
              <a:srgbClr val="3D655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382F58-9A25-45A7-B5DD-7B5BA904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Public / synthetic sources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3E9E2-5C7A-4849-BAA7-C316D42C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53375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5B4B"/>
                </a:solidFill>
                <a:latin typeface="Arial"/>
                <a:ea typeface="Arial"/>
                <a:cs typeface="Arial"/>
              </a:rPr>
              <a:t>Rejected evidence → no model call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370ED8-5496-4AFD-8D15-2D0F0597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AI Passport  ·  Built by Ajnas NB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28E6E8-5A96-47BE-9688-6C80851D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4869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passport.ajnasnb.com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3CD9AC-3170-402C-82D2-7B0157A2A4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7c26078ba4076"/>
          <a:stretch xmlns:a="http://schemas.openxmlformats.org/drawingml/2006/main"/>
        </p:blipFill>
        <p:spPr>
          <a:xfrm xmlns:a="http://schemas.openxmlformats.org/drawingml/2006/main">
            <a:off x="16287750" y="476250"/>
            <a:ext cx="1143000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4083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5B1EB-DFF3-4826-969A-89B296C59E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d37a370074049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E4878-B729-4225-9DCA-D46A4CCD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657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Made useful</a:t>
            </a:r>
          </a:p>
          <a:p xmlns:a="http://schemas.openxmlformats.org/drawingml/2006/main">
            <a:pPr>
              <a:defRPr sz="63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in India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70B66-D414-4765-85A2-54E2F85A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25B4B"/>
                </a:solidFill>
                <a:latin typeface="Arial"/>
                <a:ea typeface="Arial"/>
                <a:cs typeface="Arial"/>
              </a:rPr>
              <a:t>Lakh &amp; crore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C8D19-9B1C-4468-B4AF-410BF397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25B4B"/>
                </a:solidFill>
                <a:latin typeface="Arial"/>
                <a:ea typeface="Arial"/>
                <a:cs typeface="Arial"/>
              </a:rPr>
              <a:t>UPI safety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A3824-1DA1-4CB3-A4F9-98DE3CE5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91250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25B4B"/>
                </a:solidFill>
                <a:latin typeface="Arial"/>
                <a:ea typeface="Arial"/>
                <a:cs typeface="Arial"/>
              </a:rPr>
              <a:t>English &amp; Hindi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945F1-7BFB-48D8-B00B-69A15806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771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Learning tools · No wallet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18FE9-3E42-42A2-B9CC-32B72D86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AI Passport  ·  Built by Ajnas NB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10402-402D-449A-9DB6-92C746B3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4869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passport.ajnasnb.com</a:t>
            </a:r>
          </a:p>
        </p:txBody>
      </p:sp>
    </p:spTree>
    <p:extLst>
      <p:ext uri="{BB962C8B-B14F-4D97-AF65-F5344CB8AC3E}">
        <p14:creationId xmlns:p14="http://schemas.microsoft.com/office/powerpoint/2010/main" val="14665376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BA90A-F6F7-46B8-93DA-EFC5C282BDF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0572750" y="4953000"/>
            <a:ext cx="3238500" cy="2047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C4DFE-6AB0-4D8F-905B-8BD70CD23C5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572750" y="3190875"/>
            <a:ext cx="323850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976CE-72C4-4F60-B712-E5E6799AA85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905250" y="4953000"/>
            <a:ext cx="2571750" cy="1809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2FAEF-7076-4FBE-ACA8-4B8ADDD29DB7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905250" y="3476625"/>
            <a:ext cx="257175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5B4B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E5E0C2-0BB3-45C3-9B21-BC15A5EC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28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Why Arkiv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FAC9F-0E1F-41C3-B9AE-35EAFDDC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7C33F-3939-42D1-B831-D76E6093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3887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BC1EF-3E9E-46E6-BF02-94C0558C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4095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Signed evidence</a:t>
            </a:r>
          </a:p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on Arkiv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D529F-B9BB-42B0-A57C-5EC6A866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6670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8DE9E-AFF6-46A9-8639-AEE4991E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64770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25B4B"/>
          </a:solidFill>
          <a:ln xmlns:a="http://schemas.openxmlformats.org/drawingml/2006/main" w="9525">
            <a:solidFill>
              <a:srgbClr val="225B4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SDK / CLI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889BE-A23E-410C-A0C4-9A538291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5B4B"/>
                </a:solidFill>
                <a:latin typeface="Arial"/>
                <a:ea typeface="Arial"/>
                <a:cs typeface="Arial"/>
              </a:rPr>
              <a:t>Shared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2ABEF-75AA-4D22-A73A-34458E30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9532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5B4B"/>
                </a:solidFill>
                <a:latin typeface="Arial"/>
                <a:ea typeface="Arial"/>
                <a:cs typeface="Arial"/>
              </a:rPr>
              <a:t>Accepted authors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511BC-E2DE-4D1D-B86B-8736A518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8581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5B4B"/>
                </a:solidFill>
                <a:latin typeface="Arial"/>
                <a:ea typeface="Arial"/>
                <a:cs typeface="Arial"/>
              </a:rPr>
              <a:t>Current reviews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D40E1-C62D-4EE0-AA73-CF1FC7B1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AI Passport  ·  Built by Ajnas NB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A613A-168F-45AB-AB8D-CB804C42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4869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passport.ajnasnb.com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7E8D3A-7B68-4110-ABC3-51C8506C67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d019c0bd2454d"/>
          <a:stretch xmlns:a="http://schemas.openxmlformats.org/drawingml/2006/main"/>
        </p:blipFill>
        <p:spPr>
          <a:xfrm xmlns:a="http://schemas.openxmlformats.org/drawingml/2006/main">
            <a:off x="16287750" y="476250"/>
            <a:ext cx="1143000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859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25169-0CA3-4C8C-BBE2-71094FC2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28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A working coding handoff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7658A-0395-4517-8283-53D00DBD9E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46724a9614601"/>
          <a:stretch xmlns:a="http://schemas.openxmlformats.org/drawingml/2006/main"/>
        </p:blipFill>
        <p:spPr>
          <a:xfrm xmlns:a="http://schemas.openxmlformats.org/drawingml/2006/main">
            <a:off x="5712403" y="1952625"/>
            <a:ext cx="6863194" cy="6524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A1438-79CD-4F09-808F-DE33C7CE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058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25B4B"/>
                </a:solidFill>
                <a:latin typeface="Arial"/>
                <a:ea typeface="Arial"/>
                <a:cs typeface="Arial"/>
              </a:rPr>
              <a:t>Real inference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AE3DE-A8B9-45C5-ABFC-0D854BC8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70585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25B4B"/>
                </a:solidFill>
                <a:latin typeface="Arial"/>
                <a:ea typeface="Arial"/>
                <a:cs typeface="Arial"/>
              </a:rPr>
              <a:t>Six boundary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8245E-DE49-49DD-AB59-850D07E6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87058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25B4B"/>
                </a:solidFill>
                <a:latin typeface="Arial"/>
                <a:ea typeface="Arial"/>
                <a:cs typeface="Arial"/>
              </a:rPr>
              <a:t>Original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4D75D-A762-4105-8085-A5D65202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AI Passport  ·  Built by Ajnas 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F7253-1A75-4C7E-B07F-CC7D7A88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4869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passport.ajnasnb.com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76D1B-9660-45B5-94B9-F739A9B43F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eaf29e8c745eb"/>
          <a:stretch xmlns:a="http://schemas.openxmlformats.org/drawingml/2006/main"/>
        </p:blipFill>
        <p:spPr>
          <a:xfrm xmlns:a="http://schemas.openxmlformats.org/drawingml/2006/main">
            <a:off x="16287750" y="476250"/>
            <a:ext cx="1143000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4210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B8890-5422-43A4-A68A-D35DC7AF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28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Selected memory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82E2233E-4D64-4555-B84E-76314C46A762}"/>
              </a:ext>
            </a:extLst>
          </p:cNvPr>
          <p:cNvGraphicFramePr/>
          <p:nvPr/>
        </p:nvGraphicFramePr>
        <p:xfrm>
          <a:off xmlns:a="http://schemas.openxmlformats.org/drawingml/2006/main" x="952500" y="2524125"/>
          <a:ext xmlns:a="http://schemas.openxmlformats.org/drawingml/2006/main" cx="10668000" cy="5715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d9c64ccebd4597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DD22F-74B3-4AFA-B012-52294B5C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04800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75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225B4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5D334-AC04-4AE6-9815-18E41F3C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4171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selected events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3008A-10D8-462D-9B57-3458EF8F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6286500"/>
            <a:ext cx="4238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Approximate tokens</a:t>
            </a:r>
          </a:p>
          <a:p xmlns:a="http://schemas.openxmlformats.org/drawingml/2006/main">
            <a:pPr>
              <a:defRPr sz="22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are labelled estimates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47078-2262-4D94-9ACE-749062A3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AI Passport  ·  Built by Ajnas 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AE2F0-C1F9-444C-8CDC-51D63E5B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4869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passport.ajnasnb.com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06695-8A85-41DD-9B00-00450DE894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8b9ea955b4f3a"/>
          <a:stretch xmlns:a="http://schemas.openxmlformats.org/drawingml/2006/main"/>
        </p:blipFill>
        <p:spPr>
          <a:xfrm xmlns:a="http://schemas.openxmlformats.org/drawingml/2006/main">
            <a:off x="16287750" y="476250"/>
            <a:ext cx="1143000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62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6FD83-3107-4E8A-8755-D459EA1A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28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Reproduce the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0FA5F-D237-4AFC-90A5-2A1C16DD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3619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75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225B4B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412EA-6628-4D21-852D-01747140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76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Real tool calls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AE8EC-E696-48C7-9C9C-BC3FDCFF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67000"/>
            <a:ext cx="3619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75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225B4B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9274A-8104-4316-BB23-32FD81EC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095750"/>
            <a:ext cx="376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Live AI &amp; gate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2C960-FA45-48A8-A5FF-56600B81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67000"/>
            <a:ext cx="3619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75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225B4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4EFC8-7645-4574-928F-C10688B6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95750"/>
            <a:ext cx="376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Graph nodes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0B022-D7B4-45BB-A55A-E0F3E4A1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2667000"/>
            <a:ext cx="3619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75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225B4B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9151A-5439-4DE3-B81D-89E5149E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4095750"/>
            <a:ext cx="376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Graph edges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23F8F-BD3A-42AA-848E-BD1F39AD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34125"/>
            <a:ext cx="1647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Try it. Inspect it. Read it independently.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F9174-4650-49D6-BDA2-9E2AB500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0"/>
            <a:ext cx="1571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225B4B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25B4B"/>
                </a:solidFill>
                <a:latin typeface="Arial"/>
                <a:ea typeface="Arial"/>
                <a:cs typeface="Arial"/>
              </a:rPr>
              <a:t>passport.ajnasnb.com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C5091-1A8A-409F-A53C-B10C36EA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AI Passport  ·  Built by Ajnas 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FEAB6-C8C8-432B-8DB6-BA170F54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4869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passport.ajnasnb.com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437B2-E454-4162-9363-2CF60A183D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a6ed3b1004502"/>
          <a:stretch xmlns:a="http://schemas.openxmlformats.org/drawingml/2006/main"/>
        </p:blipFill>
        <p:spPr>
          <a:xfrm xmlns:a="http://schemas.openxmlformats.org/drawingml/2006/main">
            <a:off x="16287750" y="476250"/>
            <a:ext cx="1143000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757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2026-10-13T14:59:57.0540000Z</dcterms:created>
  <dcterms:modified xsi:type="dcterms:W3CDTF">2026-10-13T14:59:57.0550000Z</dcterms:modified>
</coreProperties>
</file>