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5b5cd2fef4080" /><Relationship Type="http://schemas.openxmlformats.org/officeDocument/2006/relationships/extended-properties" Target="/docProps/app.xml" Id="R4e884fccd66e46f3" /><Relationship Type="http://schemas.openxmlformats.org/officeDocument/2006/relationships/officeDocument" Target="/ppt/presentation.xml" Id="Rbd29309778c8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b984e537b3477a"/>
  </p:sldMasterIdLst>
  <p:notesMasterIdLst>
    <p:notesMasterId xmlns:r="http://schemas.openxmlformats.org/officeDocument/2006/relationships" r:id="R6a3a9f1e3fd64a1e"/>
  </p:notesMasterIdLst>
  <p:sldIdLst>
    <p:sldId xmlns:r="http://schemas.openxmlformats.org/officeDocument/2006/relationships" id="256" r:id="R9a4ff900d8bb4fad"/>
    <p:sldId xmlns:r="http://schemas.openxmlformats.org/officeDocument/2006/relationships" id="257" r:id="R3f908a1444504667"/>
    <p:sldId xmlns:r="http://schemas.openxmlformats.org/officeDocument/2006/relationships" id="258" r:id="Rbf38361baf2843bc"/>
    <p:sldId xmlns:r="http://schemas.openxmlformats.org/officeDocument/2006/relationships" id="259" r:id="Ra158932a1f5c4b7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9bf9077e54704" /><Relationship Type="http://schemas.openxmlformats.org/officeDocument/2006/relationships/slideMaster" Target="/ppt/slideMasters/slideMaster1.xml" Id="R3fb984e537b3477a" /><Relationship Type="http://schemas.openxmlformats.org/officeDocument/2006/relationships/notesMaster" Target="/ppt/notesMasters/notesMaster1.xml" Id="R6a3a9f1e3fd64a1e" /><Relationship Type="http://schemas.openxmlformats.org/officeDocument/2006/relationships/presProps" Target="/ppt/presProps.xml" Id="R15e4716e5b0243ff" /><Relationship Type="http://schemas.openxmlformats.org/officeDocument/2006/relationships/tableStyles" Target="/ppt/tableStyles.xml" Id="R41a39adfda494969" /><Relationship Type="http://schemas.openxmlformats.org/officeDocument/2006/relationships/slide" Target="/ppt/slides/slide1.xml" Id="R9a4ff900d8bb4fad" /><Relationship Type="http://schemas.openxmlformats.org/officeDocument/2006/relationships/slide" Target="/ppt/slides/slide2.xml" Id="R3f908a1444504667" /><Relationship Type="http://schemas.openxmlformats.org/officeDocument/2006/relationships/slide" Target="/ppt/slides/slide3.xml" Id="Rbf38361baf2843bc" /><Relationship Type="http://schemas.openxmlformats.org/officeDocument/2006/relationships/slide" Target="/ppt/slides/slide4.xml" Id="Ra158932a1f5c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6394c616564d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4e588c9044b17" /><Relationship Type="http://schemas.openxmlformats.org/officeDocument/2006/relationships/notesMaster" Target="/ppt/notesMasters/notesMaster1.xml" Id="R3e0fc5cf575f4b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cd15e5fd44f1c" /><Relationship Type="http://schemas.openxmlformats.org/officeDocument/2006/relationships/notesMaster" Target="/ppt/notesMasters/notesMaster1.xml" Id="R0875b5615c59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aa40592bd409f" /><Relationship Type="http://schemas.openxmlformats.org/officeDocument/2006/relationships/notesMaster" Target="/ppt/notesMasters/notesMaster1.xml" Id="Ra85f907dc86644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6080f06004d31" /><Relationship Type="http://schemas.openxmlformats.org/officeDocument/2006/relationships/notesMaster" Target="/ppt/notesMasters/notesMaster1.xml" Id="Reb4b80e65ded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AppPassport is newly built integration code over a disclosed pre-existing Qarinah compiler. Source: https://github.com/AjnasNB/app-passport/blob/main/PREEXISTING.md. Both demo wallets are project controlled. The physical passport is an original motion illustration, not a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image is a recording of the actual public website over a genuine Qarinah packet generated from a synthetic repository. Evidence: https://passport.ajnasnb.com/data/context-evaluation.json and https://passport.ajnasnb.com/data/browser-evaluation.json. No private memory is 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independent example consumer and CLI were tested through the raw Tiramisu RPC without the website backend. Evidence: https://passport.ajnasnb.com/data/consumer-evaluation.json. No second LLM inference or external adoption is claimed. The diagram illustrates readers and the shared data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results: ten pinned tool artifacts, ten controlled MCP calls, 44 SDK/API/source-file tests, and 31 signed chain records. Evidence: /data/protocol-evaluation.json, /data/security-evaluation.json and /data/live-verification.json at https://passport.ajnasnb.com. These checks do not certify production security or malware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2ac1f88fc4f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c54a6f7a547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310f9a84e41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39e72c74c43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746a2c85249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1bd563a51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CFB019-1A26-4C93-AC26-A4271ABD9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719E49-5960-43E1-8026-40D92D9FFA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CF3483-7D9C-4C81-8514-C295D3958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F0D90-7005-4E57-9B29-FE18FD1D4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2ED107-C1FE-4D06-90C0-7FE01DBF6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342324-889C-40CF-9A82-0CDDDBF3B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444DF1-E9B7-4D99-92D6-C531CB1010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3B4093-E760-49A3-BD84-99D93E0CBB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190147-1E27-461E-A8B2-2922C9EB2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F24A1E-E2F4-45C9-857F-99EE455B69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413e8771a4414" /><Relationship Type="http://schemas.openxmlformats.org/officeDocument/2006/relationships/slideLayout" Target="/ppt/slideLayouts/slideLayout1.xml" Id="R1134d0ce23c747e1" /><Relationship Type="http://schemas.openxmlformats.org/officeDocument/2006/relationships/slideLayout" Target="/ppt/slideLayouts/slideLayout2.xml" Id="Rb2545b27525d4c95" /><Relationship Type="http://schemas.openxmlformats.org/officeDocument/2006/relationships/slideLayout" Target="/ppt/slideLayouts/slideLayout3.xml" Id="R4ac06fa052594812" /><Relationship Type="http://schemas.openxmlformats.org/officeDocument/2006/relationships/slideLayout" Target="/ppt/slideLayouts/slideLayout4.xml" Id="R11c0c1f5152e4289" /><Relationship Type="http://schemas.openxmlformats.org/officeDocument/2006/relationships/slideLayout" Target="/ppt/slideLayouts/slideLayout5.xml" Id="R1d18ec51cb3d41af" /><Relationship Type="http://schemas.openxmlformats.org/officeDocument/2006/relationships/slideLayout" Target="/ppt/slideLayouts/slideLayout6.xml" Id="R32f7a372a107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4d0ce23c747e1"/>
    <p:sldLayoutId xmlns:r="http://schemas.openxmlformats.org/officeDocument/2006/relationships" id="2147483650" r:id="Rb2545b27525d4c95"/>
    <p:sldLayoutId xmlns:r="http://schemas.openxmlformats.org/officeDocument/2006/relationships" id="2147483651" r:id="R4ac06fa052594812"/>
    <p:sldLayoutId xmlns:r="http://schemas.openxmlformats.org/officeDocument/2006/relationships" id="2147483652" r:id="R11c0c1f5152e4289"/>
    <p:sldLayoutId xmlns:r="http://schemas.openxmlformats.org/officeDocument/2006/relationships" id="2147483653" r:id="R1d18ec51cb3d41af"/>
    <p:sldLayoutId xmlns:r="http://schemas.openxmlformats.org/officeDocument/2006/relationships" id="2147483654" r:id="R32f7a372a107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fe04102744793" /><Relationship Type="http://schemas.openxmlformats.org/officeDocument/2006/relationships/image" Target="/ppt/media/image.png" Id="R4cdae08af4fc4ac2" /><Relationship Type="http://schemas.openxmlformats.org/officeDocument/2006/relationships/notesSlide" Target="/ppt/notesSlides/notesSlide1.xml" Id="Rca577774046f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f3f09cd384252" /><Relationship Type="http://schemas.openxmlformats.org/officeDocument/2006/relationships/image" Target="/ppt/media/image2.png" Id="R93b6d25e3ae040ae" /><Relationship Type="http://schemas.openxmlformats.org/officeDocument/2006/relationships/notesSlide" Target="/ppt/notesSlides/notesSlide2.xml" Id="R01c88b62119f4f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6aff5a45549ae" /><Relationship Type="http://schemas.openxmlformats.org/officeDocument/2006/relationships/image" Target="/ppt/media/image3.png" Id="R5a46803c98a74f46" /><Relationship Type="http://schemas.openxmlformats.org/officeDocument/2006/relationships/notesSlide" Target="/ppt/notesSlides/notesSlide3.xml" Id="R242fc0070d4348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b9fc96f7347b7" /><Relationship Type="http://schemas.openxmlformats.org/officeDocument/2006/relationships/image" Target="/ppt/media/image4.png" Id="R987c3fcc64f94318" /><Relationship Type="http://schemas.openxmlformats.org/officeDocument/2006/relationships/notesSlide" Target="/ppt/notesSlides/notesSlide4.xml" Id="R94a78247569543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245B0-BB9D-4373-8AC1-DD73D676C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ae08af4fc4ac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138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BCFBC-E382-48CB-9F78-9A07AA1E0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6d25e3ae040a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103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059C1-B028-42F2-A15B-E406643E1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6803c98a74f4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61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7B934-8ACF-4936-BEED-408F27024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c3fcc64f9431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8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2026-10-13T13:32:11.0620000Z</dcterms:created>
  <dcterms:modified xsi:type="dcterms:W3CDTF">2026-10-13T13:32:11.0620000Z</dcterms:modified>
</coreProperties>
</file>